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4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47281-A93B-43F6-BF26-E6ED1670A35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E4413-42FC-4148-A50A-77619A8FD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60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E4413-42FC-4148-A50A-77619A8FD4E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519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599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59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599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59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599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59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9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9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599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59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9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599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59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9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99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1"/>
            <a:ext cx="112170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15224A"/>
                </a:solidFill>
                <a:latin typeface="Segoe UI Semibold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Swiggy Restaurants Data Analysis</a:t>
            </a:r>
          </a:p>
          <a:p>
            <a:pPr>
              <a:defRPr sz="2400">
                <a:solidFill>
                  <a:srgbClr val="3C58BE"/>
                </a:solidFill>
                <a:latin typeface="Segoe UI Semibold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Business-Focused Case Study with Python, SQL, and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1" y="3063240"/>
            <a:ext cx="951074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53A45"/>
                </a:solidFill>
                <a:latin typeface="Calibri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 B M</a:t>
            </a:r>
          </a:p>
          <a:p>
            <a:pPr>
              <a:defRPr sz="2000">
                <a:solidFill>
                  <a:srgbClr val="353A45"/>
                </a:solidFill>
                <a:latin typeface="Calibri"/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 | MBA in Business Intelligence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4324004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1.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72769"/>
            <a:ext cx="103267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Analyze Swiggy restaurant marketplace performance to support growth, customer satisfaction, and operational decisions.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Kaggle Swiggy Restaurants data covering location, ratings, pricing, cuisines, and delivery-related attributes.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for preparation and EDA, SQL for business-question analysis, Power BI for decision dashboards.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city-level supply insights, pricing-value patterns, delivery impact on ratings, and high-value restaurant identification.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actionable strategy recommendations for city expansion, quality governance, and portfolio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457201"/>
            <a:ext cx="6956713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2. Business Problem and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72769"/>
            <a:ext cx="95055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like Swiggy must manage quality consistency, delivery efficiency, pricing competitiveness, and cuisine relevance simultaneously.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ratings and delivery delays directly impact trust, repeat orders, and customer retention.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was to transform restaurant-level data into practical decisions for operations, marketing, and category strategy.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business questions: Where are we under-served? Which segments are underperforming? What drives higher perceived value?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6305637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3. Dataset and Business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9" y="1572769"/>
            <a:ext cx="100541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Kaggle Swiggy Restaurants Dataset; each row represents a restaurant record on the platform.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city, restaurant name, rating, rating count, cost for two, cuisine, and delivery time.</a:t>
            </a: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fields map demand potential, service quality, value perception, and operational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suitability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strong foundation for market benchmarking, segmentation, and KPI-driven dashboarding.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6651757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4. End-to-End Analytics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9" y="1572767"/>
            <a:ext cx="103676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Dataset understanding and business framing to align analysis with decision-making goals.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cleaning and validation in Python to ensure reliable results.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Feature engineering to create rating bands, price categories, delivery groups, and high-value flags.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EDA to identify patterns across cities, cuisines, pricing, and ratings.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SQL analysis to answer prioritized business questions with measurable outcomes.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Power BI dashboard development for interactive, stakeholder-friendly insight consumption.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7750904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5. City-Wise Restaurant Supply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3481" y="1280160"/>
            <a:ext cx="6629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67602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Focus</a:t>
            </a: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restaurant counts by city and locality concentration.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supply is concentrated in metro markets while several cities remain under-penetrated.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expansion strategy should prioritize high-demand, low-supply clusters.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454462-7E3F-D880-E80E-921C5E532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323" y="1574225"/>
            <a:ext cx="5694338" cy="4532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457201"/>
            <a:ext cx="8749511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6. Rating Distribution and Quality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3481" y="1280160"/>
            <a:ext cx="6629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1"/>
            <a:ext cx="38534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Focus</a:t>
            </a: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rating bands and city-level quality variation.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rating consistency differs by market, indicating uneven customer experience.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quality interventions must be localized by city and segment.</a:t>
            </a:r>
          </a:p>
        </p:txBody>
      </p:sp>
      <p:pic>
        <p:nvPicPr>
          <p:cNvPr id="10" name="Picture 9" descr="The image displays a pie chart illustrating the distribution of restaurant quality ratings, with 21.71% being high, 40.12% being medium, and 38.18% being low.&#10;&#10;AI-generated content may be incorrect.">
            <a:extLst>
              <a:ext uri="{FF2B5EF4-FFF2-40B4-BE49-F238E27FC236}">
                <a16:creationId xmlns:a16="http://schemas.microsoft.com/office/drawing/2014/main" id="{86F18049-4067-41BE-C3D6-C8105E381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435" y="2029975"/>
            <a:ext cx="5802776" cy="3547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457201"/>
            <a:ext cx="7059561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7. Pricing Mix and Value Positioning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3481" y="1280160"/>
            <a:ext cx="6629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1" y="1554481"/>
            <a:ext cx="35600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budget, mid-range, and premium category composition.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mid-range dominates while budget quality variability remains high.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value-segment optimization can increase conversion and retention.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27F0F6-D626-B98B-286C-F692570C0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103" y="1499038"/>
            <a:ext cx="4897800" cy="4645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9133782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8. Delivery Performance and Customer Ratings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3481" y="1280160"/>
            <a:ext cx="6629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3011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delivery-time groups against rating outcomes.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slower delivery correlates with weaker rating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improving delivery efficiency is a direct customer-satisfaction lever.</a:t>
            </a:r>
          </a:p>
        </p:txBody>
      </p:sp>
      <p:pic>
        <p:nvPicPr>
          <p:cNvPr id="10" name="Picture 9" descr="The diagram represents a pie chart with three segments indicating the distribution of delivery performance, showing a normal, slow, and fast delivery, with respective values of 2.56K (29.51%), 3.43K (39.57%), and 2.68K (30.92%).&#10;&#10;AI-generated content may be incorrect.">
            <a:extLst>
              <a:ext uri="{FF2B5EF4-FFF2-40B4-BE49-F238E27FC236}">
                <a16:creationId xmlns:a16="http://schemas.microsoft.com/office/drawing/2014/main" id="{E49FB9A2-2EDB-4D2A-7AF7-558CF4D97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411" y="1838816"/>
            <a:ext cx="5368229" cy="3538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8022902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9. Cuisine Portfolio and Demand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3481" y="1280160"/>
            <a:ext cx="6629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1" y="1554481"/>
            <a:ext cx="37169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cuisine popularity, quality signal, and market spread.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mainstream cuisines drive volume while niche cuisines show quality opportunity.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balance high-volume categories with curated niche expansion.</a:t>
            </a:r>
          </a:p>
        </p:txBody>
      </p:sp>
      <p:pic>
        <p:nvPicPr>
          <p:cNvPr id="10" name="Picture 9" descr="The image is a scatter plot showing a correlation between the complexity of a menu and the delivery time, with the number of dishes plotted on the y-axis and delivery time on the x-axis.&#10;&#10;AI-generated content may be incorrect.">
            <a:extLst>
              <a:ext uri="{FF2B5EF4-FFF2-40B4-BE49-F238E27FC236}">
                <a16:creationId xmlns:a16="http://schemas.microsoft.com/office/drawing/2014/main" id="{A59093A3-0DC0-6FD5-4002-A42C93483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268" y="1694334"/>
            <a:ext cx="5779826" cy="384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7788799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10. High-Value Restaurant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3481" y="1280160"/>
            <a:ext cx="6629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1" y="1554481"/>
            <a:ext cx="381250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restaurants with strong ratings, sufficient review volume, and attractive pricing.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high-value restaurants are unevenly distributed across cities.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prioritize these restaurants for visibility, offers, and partnerships.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A5D7E2-08A4-B99E-BB9E-0548CE88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652" y="1972101"/>
            <a:ext cx="5909058" cy="32986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7021474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11. SQL Business Analysis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9" y="1879843"/>
            <a:ext cx="104563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platform benchmarking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city-wise restaurant supply, average ratings, and average cost for two.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vs rating 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identified where perceived value is weak despite higher pricing.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impact 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measured quality deterioration in slower service segments.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performance analysis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separated high-volume categories from high-quality growth categories.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cohort extraction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supported targeted marketing and recommendation strategy.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457201"/>
            <a:ext cx="10173683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12. Power BI Dashboard Design for Decision-Making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72769"/>
            <a:ext cx="1040860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total restaurants, average rating, high-rated share, average delivery time, and average cost for two.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pages designed for city managers, operations teams, and category leads.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and slicers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city, cuisine, rating band, price category, and delivery group.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 drill-down from platform-level trends to actionable local insights.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1"/>
            <a:ext cx="7794698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13. Key Business Insights (Consolidated)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9" y="1572768"/>
            <a:ext cx="10448694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supply concentration in metros indicates untapped potential in selected growing markets.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inconsistency is not uniform; city-level governance is required.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speed is strongly tied to satisfaction and should remain a core operating KPI.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pricing performs as the strongest balance of demand and quality perception.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Niche high-rated cuisines create premium differentiation opportunities.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restaurants can be leveraged to improve platform trust and repeat behavior.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457201"/>
            <a:ext cx="8978292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14. Strategic Recommendations and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9" y="1572769"/>
            <a:ext cx="9991838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slow-delivery clusters with SLA controls, rider planning, and prep-time collaboration.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city-specific acquisition programs for under-served zones and missing cuisine categories.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quality-uplift initiatives for low-performing budget-heavy segments.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high-value restaurants using badges, curated lists, and targeted campaigns.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Institutionalize monthly scorecards for ratings, delivery speed, and value-segment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565392"/>
            <a:ext cx="12188952" cy="292608"/>
          </a:xfrm>
          <a:prstGeom prst="rect">
            <a:avLst/>
          </a:prstGeom>
          <a:solidFill>
            <a:srgbClr val="E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457201"/>
            <a:ext cx="6720686" cy="600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15224A"/>
                </a:solidFill>
                <a:latin typeface="Segoe UI Semibold"/>
              </a:defRPr>
            </a:pPr>
            <a:r>
              <a:rPr sz="3300"/>
              <a:t>15. Conclusion and Portfolio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9" y="1572769"/>
            <a:ext cx="1035401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end-to-end analytics capability: from raw data preparation to strategic business recommendations.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reflects not only technical competence but also practical decision-making and business interpretation.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outputs are suitable for recruiter review, portfolio presentation, and interview case discussion.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353A45"/>
                </a:solidFill>
                <a:latin typeface="Calibri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1004</Words>
  <Application>Microsoft Office PowerPoint</Application>
  <PresentationFormat>Custom</PresentationFormat>
  <Paragraphs>139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Vishnu B M</cp:lastModifiedBy>
  <cp:revision>2</cp:revision>
  <dcterms:created xsi:type="dcterms:W3CDTF">2013-01-27T09:14:16Z</dcterms:created>
  <dcterms:modified xsi:type="dcterms:W3CDTF">2026-05-05T13:48:54Z</dcterms:modified>
  <cp:category/>
</cp:coreProperties>
</file>